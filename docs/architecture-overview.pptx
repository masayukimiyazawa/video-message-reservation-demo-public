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Mermaid source: ./slide-assets/architecture.mmd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Mermaid source: ./slide-assets/reservation-sequence.mmd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Mermaid source: ./slide-assets/notification-session-sequence.mmd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